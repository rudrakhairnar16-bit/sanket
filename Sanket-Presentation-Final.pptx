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18CF8"/>
                </a:solidFill>
              </a:defRPr>
            </a:pPr>
            <a:r>
              <a:t>Yuva 6.0 — Inter-University 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2E8F0"/>
                </a:solidFill>
              </a:defRPr>
            </a:pPr>
            <a:r>
              <a:t>Sanket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</a:defRPr>
            </a:pPr>
            <a:r>
              <a:t>ISL for Every Sarkari Counter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2E8F0"/>
                </a:solidFill>
              </a:defRPr>
            </a:pPr>
            <a:r>
              <a:t>From 30 days of training, to 30 seconds of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Not another recognizer — the only flow built for a government desk: sign in, reply in one tap, escalate to a human clerk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Team KPGU</a:t>
            </a:r>
            <a:br/>
            <a:r>
              <a:t>Dr. Kiran &amp; Pallavi Patel Global University · B.Tech CSE · 2nd Year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8CF8"/>
                </a:solidFill>
              </a:defRPr>
            </a:pPr>
            <a: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</a:defRPr>
            </a:pPr>
            <a:r>
              <a:t>Meet Vaishnavi.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She is deaf. Every water bill, complaint, and certificate in her city gets filed at a municipal counter — across from someone she cannot talk 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2004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E2E8F0"/>
                </a:solidFill>
              </a:defRPr>
            </a:pPr>
            <a:r>
              <a:t>Day 1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Vaishnavi walks in to pay her water bill.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She signs 'bill'. The clerk does not understand.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She writes a note. She waits.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286000"/>
            <a:ext cx="32004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E2E8F0"/>
                </a:solidFill>
              </a:defRPr>
            </a:pPr>
            <a:r>
              <a:t>Day 5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The clerk learns 'wait', 'form' and 'name'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in 3-minute lessons on the same desk.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The counter starts to speak her language.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286000"/>
            <a:ext cx="32004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4ADE80"/>
                </a:solidFill>
              </a:defRPr>
            </a:pPr>
            <a:r>
              <a:t>Day 14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She signs 'thank you' and leaves with her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certificate. No note. No wait.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That is 30 seconds of service.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8CF8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</a:defRPr>
            </a:pPr>
            <a:r>
              <a:t>A counter with no common language.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The moment in Vaishnavi's story is the same every single day, for millions of deaf citizens — because the people across the counter were never trained, and no tool lives where the counter 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5603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818CF8"/>
                </a:solidFill>
              </a:defRPr>
            </a:pPr>
            <a:r>
              <a:t>18M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Deaf &amp; hard-of-hearing</a:t>
            </a:r>
            <a:br/>
            <a:r>
              <a:t>citizens in India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560320"/>
            <a:ext cx="25603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818CF8"/>
                </a:solidFill>
              </a:defRPr>
            </a:pPr>
            <a:r>
              <a:t>3.5M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Government clerks serving</a:t>
            </a:r>
            <a:br/>
            <a:r>
              <a:t>municipal offices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560320"/>
            <a:ext cx="25603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818CF8"/>
                </a:solidFill>
              </a:defRPr>
            </a:pPr>
            <a:r>
              <a:t>&lt;5%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Have basic</a:t>
            </a:r>
            <a:br/>
            <a:r>
              <a:t>ISL proficiency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2560320"/>
            <a:ext cx="25603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818CF8"/>
                </a:solidFill>
              </a:defRPr>
            </a:pPr>
            <a:r>
              <a:t>0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Tools built for</a:t>
            </a:r>
            <a:br/>
            <a:r>
              <a:t>the counter itself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502920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E2E8F0"/>
                </a:solidFill>
              </a:defRPr>
            </a:pPr>
            <a:r>
              <a:t>Root cause: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ISL lessons exist off the counter — apps, courses, video libraries.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Clerks never see them because the need is only visible at the counter.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389120"/>
            <a:ext cx="502920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E2E8F0"/>
                </a:solidFill>
              </a:defRPr>
            </a:pPr>
            <a:r>
              <a:t>Consequence: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Deaf citizens rely on written notes, family interpreters, or simply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leave without service. No accountability, no recourse, no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8CF8"/>
                </a:solidFill>
              </a:defRPr>
            </a:pPr>
            <a:r>
              <a:t>The Moment — Live in the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</a:defRPr>
            </a:pPr>
            <a:r>
              <a:t>Sanket Sahayak: serve a citizen in 30 seconds.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One screen on the clerk's desk. The app speaks first, the citizen signs, the clerk taps a reply — text and voice go both ways.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0116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  <a:r>
              <a:t>App speaks first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"Namaste, I am Sanket Sahayak"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2103120"/>
            <a:ext cx="20116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  <a:r>
              <a:t>Citizen signs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camera / one-tap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103120"/>
            <a:ext cx="20116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  <a:r>
              <a:t>Clerk sees text + hears it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en · hi · mr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103120"/>
            <a:ext cx="20116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  <a:r>
              <a:t>Clerk taps one reply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ISL chips + TTS to citizen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2103120"/>
            <a:ext cx="20116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  <a:r>
              <a:t>"You helped a citizen"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+25 XP · counter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50292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4ADE80"/>
                </a:solidFill>
              </a:defRPr>
            </a:pPr>
            <a:r>
              <a:t>Why this wins adoption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The unit of engagement is 30 seconds, not a course.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A clerk who won't attend training has no excuse to skip one tap.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657600"/>
            <a:ext cx="50292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6366F1"/>
                </a:solidFill>
              </a:defRPr>
            </a:pPr>
            <a:r>
              <a:t>Where the architecture shows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Fail-fast DB with mock fallback — counter never crashes.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On-device recognition — no internet dependency.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06984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C4B5FD"/>
                </a:solidFill>
              </a:defRPr>
            </a:pPr>
            <a:r>
              <a:t>Not a recognizer — the desk is the differentiator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A recognizer: Sign → text, then what? Unknown sign → blank screen.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Sanket: Low-confidence sign → one tap calls a live human interpreter. Every escalation is logged into the department score.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8CF8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</a:defRPr>
            </a:pPr>
            <a:r>
              <a:t>Moment → Habit → Score.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The desk flow wins the clerk today; the gamified habit and the departmental score make it stick. One platform, three stages.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2004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4ADE80"/>
                </a:solidFill>
              </a:defRPr>
            </a:pPr>
            <a:r>
              <a:t>1 · Moment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Sanket Sahayak — a two-way service turn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at the counter in under 30 seconds.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This is what wins the clerk.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286000"/>
            <a:ext cx="32004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  <a:r>
              <a:t>2 · Habit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ISL Quest — 3-minute gamified lessons.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XP, streaks, badges, leaderboards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and 34 municipal signs.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286000"/>
            <a:ext cx="32004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FB923C"/>
                </a:solidFill>
              </a:defRPr>
            </a:pPr>
            <a:r>
              <a:t>3 · Score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Sugamya Score — admin dashboard: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assisted citizens, compliance,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departmental leaderboards.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8CF8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</a:defRPr>
            </a:pPr>
            <a:r>
              <a:t>Honest engineering.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Built on modern, scalable infrastructure — Next.js 14 + MongoDB Atlas + MediaPipe + Vercel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0116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MediaPipe</a:t>
            </a:r>
            <a:br/>
            <a:r>
              <a:t>21 landmarks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2103120"/>
            <a:ext cx="20116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kNN Classifier</a:t>
            </a:r>
            <a:br/>
            <a:r>
              <a:t>demo-grade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103120"/>
            <a:ext cx="20116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Clerk UI</a:t>
            </a:r>
            <a:br/>
            <a:r>
              <a:t>React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103120"/>
            <a:ext cx="20116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API Routes</a:t>
            </a:r>
            <a:br/>
            <a:r>
              <a:t>serverless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2103120"/>
            <a:ext cx="20116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MongoDB Atlas</a:t>
            </a:r>
            <a:br/>
            <a:r>
              <a:t>Users, modules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32004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E2E8F0"/>
                </a:solidFill>
              </a:defRPr>
            </a:pPr>
            <a:r>
              <a:t>Frontend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Next.js 14 App Router · Tailwind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PWA · dark mode · EN/HI/MR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Recharts · jsPDF · ServiceWorker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474720"/>
            <a:ext cx="32004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FB923C"/>
                </a:solidFill>
              </a:defRPr>
            </a:pPr>
            <a:r>
              <a:t>Recognition — honest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Euclidean kNN over MediaPipe landmarks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wrist-relative normalization, 15-frame smoothing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Runs on-device. The moat is what happens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when it isn't enough.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474720"/>
            <a:ext cx="32004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6366F1"/>
                </a:solidFill>
              </a:defRPr>
            </a:pPr>
            <a:r>
              <a:t>Resilient data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Fail-fast connection (2s timeouts)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If Mongo is down → mock data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Demo cannot crash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8CF8"/>
                </a:solidFill>
              </a:defRPr>
            </a:pPr>
            <a:r>
              <a:t>Policy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</a:defRPr>
            </a:pPr>
            <a:r>
              <a:t>Mandate ISL training for every public-facing clerk.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 simple, measurable, low-cost policy framework for municipal accessibility compliance.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6366F1"/>
                </a:solidFill>
              </a:defRPr>
            </a:pPr>
            <a:r>
              <a:t>Policy Proposal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Make ISL proficiency a mandatory annual requirement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for all municipal public-facing staff, delivered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through a digital platform with real-time tracking.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70% DAL  |  50% streak  |  4.0/5 citizen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03120"/>
            <a:ext cx="5029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FB923C"/>
                </a:solidFill>
              </a:defRPr>
            </a:pPr>
            <a:r>
              <a:t>Measurable KPIs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Daily Active Learners (DAL)         &gt;70%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30-day Streak Achievement           &gt;50%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Curriculum Completion               &gt;40%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Citizen Satisfaction Score          &gt;4.0 / 5.0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QR Scan Volume                      1 / clerk / week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ISL Champions                       10% of enrolled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4ADE80"/>
                </a:solidFill>
              </a:defRPr>
            </a:pPr>
            <a:r>
              <a:t>Cost Breakdown — ₹2,50,000 / year per municipality (up to 500 clerks)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Platform license (500 clerk accounts)              ₹1,80,000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Self-paced ISL curriculum (25+ municipal signs)    Included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Human interpreter relay — deaf ↔ trained clerk     Included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Admin dashboard, analytics &amp; QR feedback           Included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Technical support &amp; maintenance                    ₹70,000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Total per municipality                             ₹2,50,000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8CF8"/>
                </a:solidFill>
              </a:defRPr>
            </a:pPr>
            <a:r>
              <a:t>Feasibility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</a:defRPr>
            </a:pPr>
            <a:r>
              <a:t>Already built. Already working.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Not a concept — a fully functional application. Deployed on Vercel with MongoDB Atlas.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4ADE80"/>
                </a:solidFill>
              </a:defRPr>
            </a:pPr>
            <a:r>
              <a:t>What's Ready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✓  Next.js 14 app with 25 ISL signs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✓  Live webcam hand tracking (MediaPipe)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✓  Human interpreter relay — deaf ↔ trained clerk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✓  Gamification (XP, streaks, badges, levels)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✓  Admin dashboard with real analytics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✓  Citizen QR feedback loop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✓  Auth (JWT + bcrypt + httpOnly cookies)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✓  Mock DB fallback — zero crash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03120"/>
            <a:ext cx="50292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6366F1"/>
                </a:solidFill>
              </a:defRPr>
            </a:pPr>
            <a:r>
              <a:t>Pilot Timeline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Month 1: Deploy pilot in 1 municipality, 3 departments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Month 2: Onboard &amp; train 50-100 clerks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Month 3: Measure DAL, collect QR feedback, iterate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Phase 2: Live human interpreter relay via WebRTC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— emergency escalation when AI can't read a sign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Deploy: Vercel · serverless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DB: MongoDB Atlas · real data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Cost: ₹2.5L/yr · ₹500/clerk/yr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8CF8"/>
                </a:solidFill>
              </a:defRPr>
            </a:pPr>
            <a:r>
              <a:t>Scalability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</a:defRPr>
            </a:pPr>
            <a:r>
              <a:t>From one municipal office to 500,000 trained staff.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 phased rollout designed for sustainable, measurable growth.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0116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  <a:r>
              <a:t>Pilot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1 municipality · 3 depts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50-100 clerks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Months 1-3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2103120"/>
            <a:ext cx="20116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  <a:r>
              <a:t>City-Wide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All departments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500+ clerks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Months 4-6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103120"/>
            <a:ext cx="20116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  <a:r>
              <a:t>Regional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5 Tier 2/3 cities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5,000+ learners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Months 7-12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103120"/>
            <a:ext cx="20116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  <a:r>
              <a:t>State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Gujarat · Maharashtra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25,000+ certified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Year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2103120"/>
            <a:ext cx="20116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  <a:r>
              <a:t>National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36 states &amp; UTs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500,000+ trained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Years 3-5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8CF8"/>
                </a:solidFill>
              </a:defRPr>
            </a:pPr>
            <a:r>
              <a:t>We know the gaps —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</a:defRPr>
            </a:pPr>
            <a:r>
              <a:t>ISL is not one language.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Signs vary by region, community, and age. A single national recognizer is the wrong target — so we don't build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0292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FB923C"/>
                </a:solidFill>
              </a:defRPr>
            </a:pPr>
            <a:r>
              <a:t>The honest problem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 Same word, different handshape in Gujarat vs Maharashtra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 School ISL ≠ street ISL ≠ home signs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 A model trained on one community fails the next town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286000"/>
            <a:ext cx="50292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4ADE80"/>
                </a:solidFill>
              </a:defRPr>
            </a:pPr>
            <a:r>
              <a:t>How we design for it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 ISLRTC-sourced vocabulary + icons + text + TTS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 Regional variant packs, deployable per municipality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 60-second on-device calibration per clerk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 Low-confidence sign → human interpreter relay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8CF8"/>
                </a:solidFill>
              </a:defRPr>
            </a:pPr>
            <a:r>
              <a:t>We know the gaps —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</a:defRPr>
            </a:pPr>
            <a:r>
              <a:t>Rural counters are the hardest — and the most important.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The taluka office is where the counter IS the government. It also has the worst power, internet, and 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2004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E2E8F0"/>
                </a:solidFill>
              </a:defRPr>
            </a:pPr>
            <a:r>
              <a:t>Power &amp; internet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Offline-first PWA: core flow runs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with no network after first load.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MediaPipe runs on-device.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286000"/>
            <a:ext cx="32004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E2E8F0"/>
                </a:solidFill>
              </a:defRPr>
            </a:pPr>
            <a:r>
              <a:t>No trainer on site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Train-the-trainer: one ISL-trained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talati per circle becomes the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local node — ASHA-worker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286000"/>
            <a:ext cx="32004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E2E8F0"/>
                </a:solidFill>
              </a:defRPr>
            </a:pPr>
            <a:r>
              <a:t>Adoption, not installs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Pilot = one taluka office,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measured on assisted citizens.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If it works worst, it works everywhere.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8CF8"/>
                </a:solidFill>
              </a:defRPr>
            </a:pPr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</a:defRPr>
            </a:pPr>
            <a:r>
              <a:t>Everyone gains. Measurable at every level.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Sanket creates tangible value for every stakeholder in the 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  <a:r>
              <a:t>Deaf Citizen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Walk into any govt office and be understood.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No more written notes or turned away.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03120"/>
            <a:ext cx="50292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4ADE80"/>
                </a:solidFill>
              </a:defRPr>
            </a:pPr>
            <a:r>
              <a:t>Clerk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30-second service today, 3-min/day habit.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Champion badge for career recognition.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0292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FB923C"/>
                </a:solidFill>
              </a:defRPr>
            </a:pPr>
            <a:r>
              <a:t>Municipality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Measurable accessibility compliance.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Real-time dashboard. Assisted-citizen count.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114800"/>
            <a:ext cx="50292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C4B5FD"/>
                </a:solidFill>
              </a:defRPr>
            </a:pPr>
            <a:r>
              <a:t>Nation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ISL-trained workforce reaches every counter.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Truly inclusive governance at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943600"/>
            <a:ext cx="1069848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18 million deaf citizens × 3.5 million government clerks = one platform to bridge the gap.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8CF8"/>
                </a:solidFill>
              </a:defRPr>
            </a:pPr>
            <a:r>
              <a:t>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</a:defRPr>
            </a:pPr>
            <a:r>
              <a:t>Built for the municipal counter, not the classroom.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What sets Sanket apart from every other accessibility product.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6366F1"/>
                </a:solidFill>
              </a:defRPr>
            </a:pPr>
            <a:r>
              <a:t>Different by design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 Municipal-specific vocabulary (Bill, Tax, Certificate)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 Clerk-facing chat UI with ISL symbol chips + TTS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 kNN classifier — trainable per user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 Two-way: Sign → Text → ISL Symbols → TTS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03120"/>
            <a:ext cx="50292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FB923C"/>
                </a:solidFill>
              </a:defRPr>
            </a:pPr>
            <a:r>
              <a:t>What makes us unique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 Real-time webcam + MediaPipe + kNN in-browser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 Citizen feedback QR loop for compliance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 WhatsApp nudge for low-engagement clerks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→  Offline-first PWA for low-connectivity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C4B5FD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"Not just an ASL translator. Not just a learning app. The first end-to-end ISL accessibility platform for Indian government clerks."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18CF8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2E8F0"/>
                </a:solidFill>
              </a:defRPr>
            </a:pPr>
            <a:r>
              <a:t>Sanket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ISL for every sarkari counter.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200400"/>
            <a:ext cx="13716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  <a:r>
              <a:t>PJ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Pratiksha Jawale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Team Lead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3200400"/>
            <a:ext cx="13716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  <a:r>
              <a:t>RK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Rudra Khaire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Developer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3200400"/>
            <a:ext cx="13716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  <a:r>
              <a:t>MP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Mahi Panchal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3200400"/>
            <a:ext cx="13716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  <a:r>
              <a:t>SP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Suhani Pawar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Developer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3200400"/>
            <a:ext cx="13716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818CF8"/>
                </a:solidFill>
              </a:defRPr>
            </a:pPr>
            <a:r>
              <a:t>SS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Sheena Sharma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Dr. Kiran &amp; Pallavi Patel Global University · B.Tech CSE · 2nd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3035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Yuva 6.0 — Inter-University Round  |  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7607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</a:defRPr>
            </a:pPr>
            <a:r>
              <a:t>sanket-isl.vercel.app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