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A961"/>
                </a:solidFill>
              </a:defRPr>
            </a:pPr>
            <a:r>
              <a:t>Y   U   V   A     6   .   0     —     I   N   T   E   R   -   U   N   I   V   E   R   S   I   T   Y     R   O   U   N  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961"/>
                </a:solidFill>
              </a:defRPr>
            </a:pPr>
            <a:r>
              <a:t>PROBLEM STATEMENT: INDIAN SIGN LANGUAGE FOR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2133295" cy="1828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SANKET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9A961"/>
                </a:solidFill>
              </a:defRPr>
            </a:pPr>
            <a:r>
              <a:t>Indian Sign Language for Sarkari Clerks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E0E0E0"/>
                </a:solidFill>
              </a:defRPr>
            </a:pPr>
            <a:r>
              <a:t>"From 30 days of training to 30 seconds of service."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754880"/>
            <a:ext cx="2133295" cy="1828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TEAM BEYOND WORDS  ·  KPGU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39496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A961"/>
                </a:solidFill>
              </a:defRPr>
            </a:pPr>
            <a:r>
              <a:t>Sector: Public Services  ·  Audience: Government (B2G)  ·  Track: 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silence at the sarkari counter.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18 million deaf citizens. 3.5 million clerks. Zero shared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46304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C9A961"/>
                </a:solidFill>
              </a:defRPr>
            </a:pPr>
            <a:r>
              <a:t>18M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Deaf &amp; hard-of-hearing</a:t>
            </a:r>
            <a:br/>
            <a:r>
              <a:t>citizens in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011680"/>
            <a:ext cx="2560320" cy="146304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C9A961"/>
                </a:solidFill>
              </a:defRPr>
            </a:pPr>
            <a:r>
              <a:t>3.5M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Government clerks in</a:t>
            </a:r>
            <a:br/>
            <a:r>
              <a:t>municipal offices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560320" cy="146304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87171"/>
                </a:solidFill>
              </a:defRPr>
            </a:pPr>
            <a:r>
              <a:t>&lt;5%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Have basic ISL</a:t>
            </a:r>
            <a:br/>
            <a:r>
              <a:t>proficiency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011680"/>
            <a:ext cx="2560320" cy="146304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87171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Tools built for</a:t>
            </a:r>
            <a:br/>
            <a:r>
              <a:t>the counter itself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303520" cy="2286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ROOT CAUSE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ISL lessons exist off the counter — apps, courses,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video libraries. Clerks never see them because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the need is only visible AT the counter.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No tool is installed where service happens.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840480"/>
            <a:ext cx="5303520" cy="2286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87171"/>
                </a:solidFill>
              </a:defRPr>
            </a:pPr>
            <a:r>
              <a:t>CONSEQUENCE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Deaf citizens rely on written notes, family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interpreters, or simply leave without service.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No accountability. No recourse. No data.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The RPwD Act 2016 mandates accessibility.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Ground-level adoption is minimal.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One platform. Service, habit,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Three products. One counter. 30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6576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1 · MOMENT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Sanket Sahayak — a two-way service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turn at the counter in under 30 seconds.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App speaks first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Citizen signs (camera / one-tap)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Clerk sees text + hears it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Clerk taps reply → ISL chips + TTS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"You helped a citizen" (+25 XP)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This is what wins the clerk.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291840" cy="36576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2 · HABIT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ISL Quest — 3-minute gamified lessons.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XP, streaks, badges, leaderboards.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34 municipal signs across 6 categories.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Daily lesson on the same desk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Webcam practice (MediaPipe)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Spaced repetition for wrong answers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Milestone certificates (7/14/21/30 days)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The unit is 3 minutes, not a course.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566160" cy="36576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3 · SCORE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Sugamya Score — the departmental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compliance metric.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45% Compliance (DAL + streak)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30% Citizen Satisfaction (QR feedback)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15% Participation (active learners)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10% Human Safety Net (escalations)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Rewards honesty, not just completion.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Real data. Not aspirational.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Boring, reliable technology — on a five-minute demo budget.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Next.js 14 + MongoDB Atlas + MediaPipe + kNN + Vercel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9144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MediaPipe</a:t>
            </a:r>
            <a:br/>
            <a:r>
              <a:t>21 landmarks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2011680" cy="9144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kNN Classifier</a:t>
            </a:r>
            <a:br/>
            <a:r>
              <a:t>demo-grade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28800"/>
            <a:ext cx="2011680" cy="9144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Clerk UI</a:t>
            </a:r>
            <a:br/>
            <a:r>
              <a:t>React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28800"/>
            <a:ext cx="2011680" cy="9144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API Routes</a:t>
            </a:r>
            <a:br/>
            <a:r>
              <a:t>serverless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828800"/>
            <a:ext cx="2011680" cy="9144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MongoDB Atlas</a:t>
            </a:r>
            <a:br/>
            <a:r>
              <a:t>users,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3291840" cy="18288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FRONTEND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Next.js 14 App Router · Tailwind CSS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PWA · dark mode · EN/HI/MR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Recharts · jsPDF · ServiceWorker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017520"/>
            <a:ext cx="3291840" cy="18288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RECOGNITION — HONEST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Euclidean kNN · k=3 · conf ≥0.45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Wrist-relative normalization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15-frame temporal smoothing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On-device. No server round-trip.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017520"/>
            <a:ext cx="3566160" cy="18288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ESCALATION — THE MOAT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Low-confidence sign → Call interpreter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WebSocket relay → text chat + ISL chips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WebRTC video (Phase 2)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Every escalation logged → Sugamya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RESILIENT DATA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Fail-fast connection (2s timeouts). If MongoDB is down → mock data. Demo cannot crash. On-device ML means no internet dependency for core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</a:defRPr>
            </a:pPr>
            <a:r>
              <a:t>POLICY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Inclusive by law, not by charity.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 simple, measurable, low-cost policy framework for municipal accessibility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22860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THE RECOMMENDATION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Make ISL proficiency a mandatory annual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requirement for all municipal public-facing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staff, delivered through a digital platform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with real-time compliance tracking.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Enforce via RPwD Act 2016 + Sugamya Bharat Abhiyan.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303520" cy="22860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MEASURABLE KPIs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Daily Active Learners (DAL)         &gt;70%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30-day Streak Achievement           &gt;50%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Curriculum Completion               &gt;40%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Citizen Satisfaction Score          &gt;4.0 / 5.0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QR Scan Volume                      1 / clerk / week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ISL Champions                       10% of enrolled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789920" cy="164592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COST — ₹2,50,000 / YEAR PER MUNICIPALITY (UP TO 500 CLERKS)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Platform license (500 clerk accounts)              ₹1,80,000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Self-paced ISL curriculum (25+ municipal signs)    Included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Human interpreter relay — deaf ↔ trained clerk     Included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Admin dashboard, analytics &amp; QR feedback           Included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Technical support &amp; maintenance                    ₹70,000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Per clerk per year                                 ₹500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</a:defRPr>
            </a:pPr>
            <a:r>
              <a:t>FEASIBILITY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Already built. Already working.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Not a concept — a fully functional application deployed on Vercel with MongoDB Atlas.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384048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WHAT'S READY NOW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Next.js 14 app with 34 ISL signs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Live webcam hand tracking (MediaPipe)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kNN classifier — trainable per user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Human interpreter relay (simulated)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Gamification (XP, streaks, badges, levels)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Admin dashboard with real analytics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Citizen QR feedback loop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Auth (JWT + bcrypt + httpOnly cookies)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Mock DB fallback — zero crash risk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PWA offline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303520" cy="18288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PILOT TIMELINE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 1: Deploy in 1 municipality, 3 departments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 2: Onboard &amp; train 50–100 clerks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 3: Measure DAL, collect QR feedback, iterate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Phase 2: Live human interpreter via WebRTC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114800"/>
            <a:ext cx="5303520" cy="173736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TECHNICAL PROOF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Deploy: Vercel · serverless · auto-scaling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DB: MongoDB Atlas · real data · fail-fast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ML: On-device MediaPipe + kNN · no server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Cost: ₹2.5L/yr · ₹500/clerk/yr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</a:defRPr>
            </a:pPr>
            <a:r>
              <a:t>SCALABILITY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One office to the nation — prove assists, not installs.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 phased rollout designed for sustainable, measurable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103120" cy="27432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PILOT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Months 1–3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1 municipality</a:t>
            </a:r>
            <a:br/>
            <a:r>
              <a:t>3 departments</a:t>
            </a:r>
            <a:br/>
            <a:r>
              <a:t>50–100 clerks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7480" y="3108960"/>
            <a:ext cx="1371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011680"/>
            <a:ext cx="2103120" cy="27432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CITY-WIDE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Months 4–6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All departments</a:t>
            </a:r>
            <a:br/>
            <a:r>
              <a:t>500+ clerks</a:t>
            </a:r>
            <a:br/>
            <a:r>
              <a:t>5–10 offices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3108960"/>
            <a:ext cx="1371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2103120" cy="27432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REGIONAL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Months 7–12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5 Tier 2/3 cities</a:t>
            </a:r>
            <a:br/>
            <a:r>
              <a:t>5,000+ clerks</a:t>
            </a:r>
            <a:br/>
            <a:r>
              <a:t>Gujarat + Maharashtra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69479" y="3108960"/>
            <a:ext cx="1371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2103120" cy="27432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STATE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Year 2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Gujarat + Maharashtra</a:t>
            </a:r>
            <a:br/>
            <a:r>
              <a:t>25,000+ certified</a:t>
            </a:r>
            <a:br/>
            <a:r>
              <a:t>Govt MoU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55480" y="3108960"/>
            <a:ext cx="1371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2011680"/>
            <a:ext cx="2103120" cy="27432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87171"/>
                </a:solidFill>
              </a:defRPr>
            </a:pPr>
            <a:r>
              <a:t>NATIONAL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Years 3–5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36 states &amp; UTs</a:t>
            </a:r>
            <a:br/>
            <a:r>
              <a:t>500,000+ trained</a:t>
            </a:r>
            <a:br/>
            <a:r>
              <a:t>DEPwD adoption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89920" cy="109728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KEY PARTNERS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GSRDM (Gujarat State Rural Development Mission)  ·  Maharashtra SRC  ·  DEPwD National  ·  ISLRTC Certified Content  ·  ASHA-worker training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Everyone gains. Measurable at every 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Sanket creates tangible value for every stakeholder in the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146304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DEAF CITIZEN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Walk into any government office and be understood in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their own language. No more written notes or being turned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303520" cy="146304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CLERK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30-second service today. 3-min/day habit. Champion badge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for career recognition. Gamified, not forced.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303520" cy="146304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MUNICIPALITY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Measurable accessibility compliance. Real-time dashboard.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Assisted-citizen count tracked at every counter.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49039"/>
            <a:ext cx="5303520" cy="146304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NATION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An ISL-trained workforce reaches every counter — not just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the city. Truly inclusive governance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486400"/>
            <a:ext cx="7589520" cy="73152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18 million deaf citizens × 3.5 million government clerks = One platform to bridge the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</a:defRPr>
            </a:pPr>
            <a:r>
              <a:t>WHAT'S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Built for the municipal counter, not the classroom.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The first end-to-end ISL accessibility platform for Indian government clerks.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22860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DIFFERENT BY DESIGN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Municipal vocabulary (Bill, Tax, Certificate, Complaint)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Clerk-facing chat UI with ISL symbol chips + TTS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kNN classifier — trainable per user, no ML infra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Two-way: Sign → Text → ISL Symbols → TTS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303520" cy="22860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WHAT MAKES US UNIQUE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Real-time webcam + MediaPipe + kNN in-browser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Citizen feedback QR loop for compliance verification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Live human interpreter relay when AI fails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Offline-first PWA for low-connectivity areas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89920" cy="118872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400" i="1">
                <a:solidFill>
                  <a:srgbClr val="E0E0E0"/>
                </a:solidFill>
              </a:defRPr>
            </a:pPr>
            <a:r>
              <a:t>"Not just an ASL translator. Not just a learning app. The first end-to-end ISL accessibility platform for Indian government clerks — 6 Lakh of them, where the counter IS the government."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961"/>
                </a:solidFill>
              </a:defRPr>
            </a:pPr>
            <a:r>
              <a:t>T   H   A   N   K       Y   O   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188720"/>
            <a:ext cx="2133295" cy="1828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SANKET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Indian Sign Language for every sarkari counter.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474720"/>
            <a:ext cx="1554480" cy="164592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PJ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Pratiksha Jawale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Team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474720"/>
            <a:ext cx="1554480" cy="164592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RK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Rudra Khaire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474720"/>
            <a:ext cx="1554480" cy="164592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MP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Mahi Panchal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Developer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474720"/>
            <a:ext cx="1554480" cy="164592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SP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Suhani Pawar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Developer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474720"/>
            <a:ext cx="1554480" cy="164592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400" b="1">
                <a:solidFill>
                  <a:srgbClr val="C9A961"/>
                </a:solidFill>
              </a:defRPr>
            </a:pPr>
            <a:r>
              <a:t>SS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Sheena Sharma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Dr. Kiran &amp; Pallavi Patel Global University · B.Tech CSE · 2nd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A961"/>
                </a:solidFill>
              </a:defRPr>
            </a:pPr>
            <a:r>
              <a:t>Yuva 6.0 — Inter-University Round  |  Live Demo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sanket-isl.vercel.app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</a:defRPr>
            </a:pPr>
            <a:r>
              <a:t>SANKET  ·  ISL FOR SARKARI CLERKS  ·  BEYOND WORDS  ·  KPGU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